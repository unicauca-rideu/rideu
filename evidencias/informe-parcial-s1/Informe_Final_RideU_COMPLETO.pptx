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Universidad del Cauca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BDEFB"/>
                </a:solidFill>
                <a:latin typeface="Calibri"/>
              </a:rPr>
              <a:t>Facultad de Ingeniería Electrónica y Telecomunicaciones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828800"/>
            <a:ext cx="3657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RideU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BDEFB"/>
                </a:solidFill>
                <a:latin typeface="Calibri"/>
              </a:rPr>
              <a:t>Informe parcial · Corte Sprint 1 (29 oct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200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Jancer Chamorro  ·  Sebastián Meneses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José Barrera  ·  José Chávez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0CAF9"/>
                </a:solidFill>
                <a:latin typeface="Calibri"/>
              </a:rPr>
              <a:t>Carpooling institucional · comunidad Unicauca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RideU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BBDEFB"/>
                </a:solidFill>
                <a:latin typeface="Calibri"/>
              </a:rPr>
              <a:t>La U nos une. Tu próximo viaje también.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A6E"/>
                </a:solidFill>
                <a:latin typeface="Calibri"/>
              </a:rPr>
              <a:t>Problema de Negocio que Atiende 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Desplazarse a sedes Unicauca genera costo recurrente de transporte y tiempos muertos por rutas no alineadas con horarios académicos.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Vehículos privados de la comunidad suelen circular con asientos vacíos: capacidad ociosa sin canal seguro ni institucional para coordinarla.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Indicadores de necesidad (estimación Documento Integrador / alcance Sprint 0):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Capacidad ociosa: 2–3 cupos vacíos por trayecto privado recurrente hacia campus.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Esfuerzo de coordinación informal (grupos/WhatsApp): ~10–20 min por viaje para hallar cupo o conductor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Riesgo de confianza: contactos sin validación @unicauca.edu.co → fricción y baja adopción del compartir.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RideU responde con acceso solo institucional, oferta/demanda de trayectos y coordinación por WhatsApp (sin intermediación de pagos).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A6E"/>
                </a:solidFill>
                <a:latin typeface="Calibri"/>
              </a:rPr>
              <a:t>Story Mapping (con % de avances)</a:t>
            </a:r>
          </a:p>
        </p:txBody>
      </p:sp>
      <p:pic>
        <p:nvPicPr>
          <p:cNvPr id="5" name="Picture 4" descr="story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11521440" cy="6480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3A6E"/>
                </a:solidFill>
                <a:latin typeface="Calibri"/>
              </a:rPr>
              <a:t>Control de Configuración (GitHub)</a:t>
            </a:r>
          </a:p>
        </p:txBody>
      </p:sp>
      <p:pic>
        <p:nvPicPr>
          <p:cNvPr id="5" name="Picture 4" descr="git-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335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45566"/>
                </a:solidFill>
                <a:latin typeface="Calibri"/>
              </a:rPr>
              <a:t>Repo: github.com/Unicauca-RIDEU/rideu  ·  Flujo: main ← develop ← feature/*  ·  S1: scaffold+HU01 (20 oct, PR#2) → HU02 (21 oct) → E01 pruebas (27 oct)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A6E"/>
                </a:solidFill>
                <a:latin typeface="Calibri"/>
              </a:rPr>
              <a:t>BackLog del Producto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3291840"/>
                <a:gridCol w="640080"/>
                <a:gridCol w="3840480"/>
              </a:tblGrid>
              <a:tr h="42203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Épica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 HU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Nombre corto de la HU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E01 Identidad y autenticación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Registro con correo institucional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/registro · /verificacion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E01 Identidad y autenticación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HU02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Inicio de sesión validado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/login · /panel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E02 Oferta de trayectos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Registrar vehículo y licencia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/perfil/vehiculo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E02 Oferta de trayectos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HU04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Publicar trayecto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/trayectos/publicar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E02 Oferta de trayectos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Editar o cancelar trayecto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/trayectos/editar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E03 Búsqueda y demanda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HU06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Buscar trayectos disponibles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/trayectos/buscar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E04 Reservas y cupos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HU07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Reservar cupo en trayecto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/trayectos/reservar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E04 Reservas y cupos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HU08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Cancelar reserva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/reservas/cancelar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E04 Reservas y cupos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HU09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Consultar historial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/historial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E05 Coordinación WhatsApp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HU10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Contacto WA para el pasajero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/reservas/contacto-conductor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4220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E05 Coordinación WhatsApp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HU11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Contacto WA para el conductor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/trayectos/pasajeros/contacto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20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Totales</a:t>
                      </a:r>
                    </a:p>
                  </a:txBody>
                  <a:tcPr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 épicas</a:t>
                      </a:r>
                    </a:p>
                  </a:txBody>
                  <a:tcPr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11 HU</a:t>
                      </a:r>
                    </a:p>
                  </a:txBody>
                  <a:tcPr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32 CA</a:t>
                      </a:r>
                    </a:p>
                  </a:txBody>
                  <a:tcPr>
                    <a:solidFill>
                      <a:srgbClr val="CFD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CFD8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A6E"/>
                </a:solidFill>
                <a:latin typeface="Calibri"/>
              </a:rPr>
              <a:t>Tabla de Trabajo del Equipo por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45566"/>
                </a:solidFill>
                <a:latin typeface="Calibri"/>
              </a:rPr>
              <a:t>Distribución de escritura/implementación de HU según roles del backlog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914400"/>
                <a:gridCol w="2011680"/>
                <a:gridCol w="2377440"/>
                <a:gridCol w="3017520"/>
                <a:gridCol w="2286000"/>
              </a:tblGrid>
              <a:tr h="838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 / foco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Analista (Jancer)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Stack (Sebastián / José B.)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QA (José C.)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S1 E01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29 oct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HU01–HU02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Refinar CA, paths, trazabilidad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API+UI registro, verificación, login, sesión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Diseño y ejecución pruebas auth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S2 E02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 nov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HU03–HU05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Especificar vehículo/trayecto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Modelo vehículo, publicar/editar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Casos conductor habilitado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S3 E03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 nov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Filtros sede/fecha/hora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Listado y ordenamiento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Vacío / sin cupos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S4 E04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 dic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HU07–HU09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Reglas concurrencia de cupos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Reserva, cancelación, historial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Carreras y estados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S5 E05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 dic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HU10–HU11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Reglas wa.me sin chat interno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Enlaces contacto pasajero/conductor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Disponibilidad de contacto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A6E"/>
                </a:solidFill>
                <a:latin typeface="Calibri"/>
              </a:rPr>
              <a:t>Prototipos / UI clave (Sprint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45566"/>
                </a:solidFill>
                <a:latin typeface="Calibri"/>
              </a:rPr>
              <a:t>Pantallas reales del develop. Complementar con enlace Figma oficial del equipo.</a:t>
            </a:r>
          </a:p>
        </p:txBody>
      </p:sp>
      <p:pic>
        <p:nvPicPr>
          <p:cNvPr id="6" name="Picture 5" descr="ui-regis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2743200" cy="171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3A6E"/>
                </a:solidFill>
                <a:latin typeface="Calibri"/>
              </a:rPr>
              <a:t>/registro</a:t>
            </a:r>
          </a:p>
        </p:txBody>
      </p:sp>
      <p:pic>
        <p:nvPicPr>
          <p:cNvPr id="8" name="Picture 7" descr="ui-verifi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25880"/>
            <a:ext cx="274320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184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3A6E"/>
                </a:solidFill>
                <a:latin typeface="Calibri"/>
              </a:rPr>
              <a:t>/verificacion</a:t>
            </a:r>
          </a:p>
        </p:txBody>
      </p:sp>
      <p:pic>
        <p:nvPicPr>
          <p:cNvPr id="10" name="Picture 9" descr="ui-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25880"/>
            <a:ext cx="2743200" cy="1714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3A6E"/>
                </a:solidFill>
                <a:latin typeface="Calibri"/>
              </a:rPr>
              <a:t>/login</a:t>
            </a:r>
          </a:p>
        </p:txBody>
      </p:sp>
      <p:pic>
        <p:nvPicPr>
          <p:cNvPr id="12" name="Picture 11" descr="ui-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325880"/>
            <a:ext cx="2743200" cy="171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3A6E"/>
                </a:solidFill>
                <a:latin typeface="Calibri"/>
              </a:rPr>
              <a:t>/panel*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5566"/>
                </a:solidFill>
                <a:latin typeface="Calibri"/>
              </a:rPr>
              <a:t>* /panel requiere sesión; sin token redirige a /login (RutaProtegida).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A6E"/>
                </a:solidFill>
                <a:latin typeface="Calibri"/>
              </a:rPr>
              <a:t>Diagrama de Clases a Corte del Informe</a:t>
            </a:r>
          </a:p>
        </p:txBody>
      </p:sp>
      <p:pic>
        <p:nvPicPr>
          <p:cNvPr id="5" name="Picture 4" descr="diagrama-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581791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A6E"/>
                </a:solidFill>
                <a:latin typeface="Calibri"/>
              </a:rPr>
              <a:t>Base de Datos Física (PostgreSQL)</a:t>
            </a:r>
          </a:p>
        </p:txBody>
      </p:sp>
      <p:pic>
        <p:nvPicPr>
          <p:cNvPr id="5" name="Picture 4" descr="bd-fis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3794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A6E"/>
                </a:solidFill>
                <a:latin typeface="Calibri"/>
              </a:rPr>
              <a:t>Resultados de Pruebas Unitarias (Sprint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45566"/>
                </a:solidFill>
                <a:latin typeface="Calibri"/>
              </a:rPr>
              <a:t>Jest en backend/tests · 21 casos de ajuste · Excel evidencias/Pruebas_Unitarias_RideU.xlsx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3657600"/>
                <a:gridCol w="4114800"/>
              </a:tblGrid>
              <a:tr h="568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Caso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Qué se probó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Inconformidad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Ajuste</a:t>
                      </a:r>
                    </a:p>
                  </a:txBody>
                  <a:tcPr>
                    <a:solidFill>
                      <a:srgbClr val="006D7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CU-01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Regex correo institucional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Aceptaba …unicauca.edu.co.evil.com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Anclar ^…@unicauca.edu.co$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CU-02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Alta correo duplicado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400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409 Conflict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CU-03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Login sin verificar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403 + EMAIL_NOT_VERIFIED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CU-04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Middleware sin Bearer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400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401 Unauthorized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CU-05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Normalización WhatsApp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Sin prefijo +57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Prefijar +57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CU-06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Token verificación expirado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404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400 expiración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CU-07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Login campos vacíos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 400 validación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CU-08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Contraseña &lt; 8 caracteres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 aceptaba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Rechazo longitud mínima</a:t>
                      </a:r>
                    </a:p>
                  </a:txBody>
                  <a:tcPr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A6E"/>
                </a:solidFill>
                <a:latin typeface="Calibri"/>
              </a:rPr>
              <a:t>Evidencia de Versión Funcional (Sprint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5486400" cy="5029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A6E"/>
                </a:solidFill>
                <a:latin typeface="Calibri"/>
              </a:rPr>
              <a:t>Ambiente de pruebas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Local QA: frontend http://localhost:5173 · backend http://localhost:3000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Arranque: npm run dev (frontend/ y backend/) tras db:migrate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MAIL_MODE=console imprime el enlace de verificación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Repo: https://github.com/Unicauca-RIDEU/rideu (rama develop)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Pendiente tester: URL pública/deploy si el curso lo exige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3A6E"/>
                </a:solidFill>
                <a:latin typeface="Calibri"/>
              </a:rPr>
              <a:t>Documentación de pruebas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Diseño: Given/When/Then HU01–HU02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Ejecución: npm test en backend/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Evidencias fallo→éxito: evidencias/casos-ajuste/CU-01…21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Excel + MAPA_PRUEBAS.md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Corte S1: ~92% E01 · avance global ~19% (6/32 CA)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3A6E"/>
                </a:solidFill>
                <a:latin typeface="Calibri"/>
              </a:rPr>
              <a:t>Lecciones Aprendidas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Equipo: roles Analista / Full Stack / QA + backlog Excel + story map unificaron el lenguaje HU↔CA↔código.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Técnico: regex anclada del dominio institucional y estados Sin verificar/Verificada deben diseñarse desde el día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Técnico: la suite Jest (21 CU) corrigió códigos HTTP (400/401/403/409) antes de la entrega del 29 oct.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Gestión: feature branches + develop con mensajes HU/E0x facilitaron auditoría y merges (PR#2 registro).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Comunicación: paths (/registro, /login, /panel) hay que cerrarlos temprano; el panel quedó mínimo y se registró como deuda S1.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•  Comunicación: alinear Figma ↔ UI evitó reprocesos; falta publicar el link oficial de prototipo en el informe.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B3A6E"/>
                </a:solidFill>
                <a:latin typeface="Calibri"/>
              </a:rPr>
              <a:t>Sesión de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445566"/>
                </a:solidFill>
                <a:latin typeface="Calibri"/>
              </a:rPr>
              <a:t>RideU · Universidad del Cauca · Corte Sprint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